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photorealistic 3D render, IFES facade, AI brain integrated into the architecture, futuristic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photorealistic image, government building, diverse group of people discussing policy, open and transparent environment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3D render, AI brain, digital connections, government building in the background, futuristic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photorealistic image, IFES campus, students using AI-powered tools, data visualization, positive impact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3D render, ethical dilemma, AI with question marks, blurred faces, emphasis on responsibility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photorealistic image, IFES students collaborating, AI interfaces, data analysis dashboards, technological innovation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3D render, futuristic IFES campus, AI integrated into every aspect, students and faculty collaborating, bright future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photorealistic image, diverse group of people smiling, handshake, collaborative environment, positive and appreciative atmosphere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Governança Pública e IA no IFES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Governança Pública?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Direção estratégica do setor público</a:t>
            </a:r>
          </a:p>
          <a:p>
            <a:r>
              <a:t>Transparência e accountability</a:t>
            </a:r>
          </a:p>
          <a:p>
            <a:r>
              <a:t>Eficiência na gestão de recursos</a:t>
            </a:r>
          </a:p>
          <a:p>
            <a:r>
              <a:t>Foco no cidadão e no bem comum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Inteligência Artificial no Setor Público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Automação de processos</a:t>
            </a:r>
          </a:p>
          <a:p>
            <a:r>
              <a:t>Análise de dados para decisões</a:t>
            </a:r>
          </a:p>
          <a:p>
            <a:r>
              <a:t>Serviços públicos mais eficientes</a:t>
            </a:r>
          </a:p>
          <a:p>
            <a:r>
              <a:t>Personalização do atendimento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Benefícios da IA na Governança do IFES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Otimização de recursos</a:t>
            </a:r>
          </a:p>
          <a:p>
            <a:r>
              <a:t>Melhora na tomada de decisões</a:t>
            </a:r>
          </a:p>
          <a:p>
            <a:r>
              <a:t>Aumento da transparência</a:t>
            </a:r>
          </a:p>
          <a:p>
            <a:r>
              <a:t>Serviços educacionais aprimorados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Desafios e Considerações Éticas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Privacidade dos dados</a:t>
            </a:r>
          </a:p>
          <a:p>
            <a:r>
              <a:t>Viés algorítmico</a:t>
            </a:r>
          </a:p>
          <a:p>
            <a:r>
              <a:t>Transparência nos algoritmos</a:t>
            </a:r>
          </a:p>
          <a:p>
            <a:r>
              <a:t>Capacitação dos servidores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Iniciativas de IA no IFES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Projetos de pesquisa e desenvolvimento</a:t>
            </a:r>
          </a:p>
          <a:p>
            <a:r>
              <a:t>Implementação de chatbots para atendimento</a:t>
            </a:r>
          </a:p>
          <a:p>
            <a:r>
              <a:t>Análise preditiva para evasão escolar</a:t>
            </a:r>
          </a:p>
          <a:p>
            <a:r>
              <a:t>Plataformas de ensino adaptativas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Futuro da Governança com IA no IFES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Expansão das aplicações de IA</a:t>
            </a:r>
          </a:p>
          <a:p>
            <a:r>
              <a:t>Desenvolvimento de políticas de IA</a:t>
            </a:r>
          </a:p>
          <a:p>
            <a:r>
              <a:t>Parcerias com outras instituições</a:t>
            </a:r>
          </a:p>
          <a:p>
            <a:r>
              <a:t>IFES como referência em 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